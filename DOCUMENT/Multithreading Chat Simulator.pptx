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8" r:id="rId4"/>
  </p:sldMasterIdLst>
  <p:notesMasterIdLst>
    <p:notesMasterId r:id="rId17"/>
  </p:notesMasterIdLst>
  <p:sldIdLst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9F2E34D-57B0-41D5-A7AF-DF10D1068115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216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67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9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07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435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16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305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62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0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7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434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019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907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306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288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820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68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860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3917" y="1671638"/>
            <a:ext cx="7307307" cy="971550"/>
          </a:xfrm>
        </p:spPr>
        <p:txBody>
          <a:bodyPr>
            <a:noAutofit/>
          </a:bodyPr>
          <a:lstStyle/>
          <a:p>
            <a:pPr algn="l"/>
            <a:r>
              <a:rPr lang="en-US" sz="44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 Chat Simulator</a:t>
            </a:r>
            <a:endParaRPr lang="en-US" sz="44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262" y="3066708"/>
            <a:ext cx="7309528" cy="2242851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: 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dirty="0" err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Asfiya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Rafik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Goundi</a:t>
            </a:r>
            <a:endParaRPr lang="en-US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Sujata 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Rahul CS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dirty="0" err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Sanskriti</a:t>
            </a:r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Singh</a:t>
            </a: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250" y="1800225"/>
            <a:ext cx="72009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US" dirty="0" smtClean="0"/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chat requires multiple users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Single-threaded systems cannot handle concurrency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simulate simultaneous communication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70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250" y="1800225"/>
            <a:ext cx="72009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US" dirty="0" smtClean="0"/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 real time chat system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multithreading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OOP concepts</a:t>
            </a:r>
          </a:p>
          <a:p>
            <a:pPr marL="342900" lvl="0" indent="-3429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runtime errors.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58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250" y="1800225"/>
            <a:ext cx="40005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  <a:p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→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ChatRoom → Shared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users interact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simultaneously</a:t>
            </a: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1800225"/>
            <a:ext cx="5334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7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250" y="1800225"/>
            <a:ext cx="3614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Flow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" r="1760" b="12401"/>
          <a:stretch/>
        </p:blipFill>
        <p:spPr>
          <a:xfrm>
            <a:off x="2362201" y="2354223"/>
            <a:ext cx="6505574" cy="361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8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5849" y="671513"/>
            <a:ext cx="104298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Object-Oriented Programming (OOP)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using classes and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 &amp; Improves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and reusability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Our Project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represents each user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ChatRoom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manages chat operations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ChatSimulation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main class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Pillars Used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Encapsulation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private data in classes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Abstraction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simple methods like </a:t>
            </a:r>
            <a:r>
              <a:rPr lang="en-US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sendMessage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Inheritance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User extends Thread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Polymorphism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run() method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overridden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119" y="2008912"/>
            <a:ext cx="4256606" cy="29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2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7275" y="842963"/>
            <a:ext cx="1022985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Multithreading: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Multithreading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threads run simultaneously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Each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 performs tasks independently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Our Project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is a separate thread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Threads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concurrently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We Used It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&amp; Allows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users to interact at once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We Implemented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User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extends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 &amp; Threads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started using .start()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255" y="1014268"/>
            <a:ext cx="4099915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0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125" y="814388"/>
            <a:ext cx="104013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Synchronization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Controls access to shared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Prevents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conflicts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Our Project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ChatRoom methods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We Used </a:t>
            </a:r>
            <a:r>
              <a:rPr lang="en-US" alt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Avoids mixed or incorrect output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Ensures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 message order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We Implemented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synchronized keyword in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06" y="1617186"/>
            <a:ext cx="5139004" cy="308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7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125" y="842962"/>
            <a:ext cx="72009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Exception Handling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errors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Prevents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crashes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</a:t>
            </a: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 in Our Project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thread execution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We Used It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interruptions safely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We Implemented </a:t>
            </a:r>
            <a:endParaRPr lang="en-US" alt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try-catch blocks</a:t>
            </a:r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598" y="2116406"/>
            <a:ext cx="5312801" cy="159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125" y="857250"/>
            <a:ext cx="65865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Summary Features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581004"/>
            <a:ext cx="5778360" cy="30195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138" y="1581004"/>
            <a:ext cx="4656223" cy="34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5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250" y="1800225"/>
            <a:ext cx="72009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endParaRPr lang="en-US" dirty="0" smtClean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simulation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 use of threads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output </a:t>
            </a:r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85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250" y="1800225"/>
            <a:ext cx="72009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GUI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real networking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limited scalability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03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0</TotalTime>
  <Words>90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Times New Roman</vt:lpstr>
      <vt:lpstr>Organic</vt:lpstr>
      <vt:lpstr>Multithreading Chat Simulator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2026-04-20T15:45:29Z</dcterms:created>
  <dcterms:modified xsi:type="dcterms:W3CDTF">2026-04-20T17:18:57Z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